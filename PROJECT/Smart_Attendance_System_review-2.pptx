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502920"/>
            <a:ext cx="3383280" cy="5715000"/>
          </a:xfrm>
          <a:prstGeom prst="roundRect">
            <a:avLst/>
          </a:prstGeom>
          <a:solidFill>
            <a:srgbClr val="1C1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DSB &amp; DB PROJECT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C1946"/>
                </a:solidFill>
                <a:latin typeface="Aptos"/>
              </a:rPr>
              <a:t>Smart Attendance</a:t>
            </a:r>
            <a:br>
              <a:rPr sz="3100" b="1">
                <a:solidFill>
                  <a:srgbClr val="1C1946"/>
                </a:solidFill>
                <a:latin typeface="Aptos"/>
              </a:rPr>
            </a:br>
            <a:r>
              <a:t>System Using</a:t>
            </a:r>
            <a:br/>
            <a:r>
              <a:t>Facial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8892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37"/>
                </a:solidFill>
                <a:latin typeface="Aptos"/>
              </a:rPr>
              <a:t>An Android/web-oriented approach to fast, accurate and accountable attendance management.</a:t>
            </a:r>
            <a:endParaRPr sz="160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3977639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40BE"/>
                </a:solidFill>
                <a:latin typeface="Aptos"/>
              </a:rPr>
              <a:t>Live Camera   →   Face Match   →   Attendance Record</a:t>
            </a:r>
            <a:endParaRPr sz="15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6478"/>
                </a:solidFill>
                <a:latin typeface="Aptos"/>
              </a:rPr>
              <a:t>Review 2 • Complete Project Review</a:t>
            </a:r>
            <a:endParaRPr sz="1200" b="1">
              <a:solidFill>
                <a:srgbClr val="646478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5989320"/>
            <a:ext cx="45720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37"/>
                </a:solidFill>
                <a:latin typeface="Aptos"/>
              </a:rPr>
              <a:t>Presented by </a:t>
            </a:r>
            <a:endParaRPr sz="1100" b="0">
              <a:solidFill>
                <a:srgbClr val="262637"/>
              </a:solidFill>
              <a:latin typeface="Aptos"/>
            </a:endParaRPr>
          </a:p>
          <a:p>
            <a:pPr algn="l"/>
            <a:r>
              <a:rPr lang="en-US" sz="1100" b="0">
                <a:solidFill>
                  <a:srgbClr val="262637"/>
                </a:solidFill>
                <a:latin typeface="Aptos"/>
              </a:rPr>
              <a:t>Naeeni satwika - 2520090151</a:t>
            </a:r>
            <a:endParaRPr lang="en-US" sz="1100" b="0">
              <a:solidFill>
                <a:srgbClr val="262637"/>
              </a:solidFill>
              <a:latin typeface="Aptos"/>
            </a:endParaRPr>
          </a:p>
          <a:p>
            <a:pPr algn="l"/>
            <a:r>
              <a:rPr lang="en-US" sz="1100" b="0">
                <a:solidFill>
                  <a:srgbClr val="262637"/>
                </a:solidFill>
                <a:latin typeface="Aptos"/>
              </a:rPr>
              <a:t>Harshitha.B - 2520080007</a:t>
            </a:r>
            <a:endParaRPr lang="en-US" sz="1100" b="0">
              <a:solidFill>
                <a:srgbClr val="262637"/>
              </a:solidFill>
              <a:latin typeface="Aptos"/>
            </a:endParaRPr>
          </a:p>
          <a:p>
            <a:pPr algn="l"/>
            <a:r>
              <a:rPr lang="en-US" sz="1100" b="0">
                <a:solidFill>
                  <a:srgbClr val="262637"/>
                </a:solidFill>
                <a:latin typeface="Aptos"/>
              </a:rPr>
              <a:t>Krishnasree - 2520080009</a:t>
            </a:r>
            <a:endParaRPr lang="en-US" sz="110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49640" y="1143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FACE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49640" y="18745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RECOGNITION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49640" y="2788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ATTENDANCE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49640" y="3703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DATABASE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49640" y="4983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 / 12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02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Objectives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What the solution is designed to achieve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Automate attendance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1691640"/>
            <a:ext cx="488289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Replace repetitive manual marking with face-based verification.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34416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Recognize in real time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488289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Detect and identify registered users through a live camera.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265176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76148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Record accurately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1" y="3108960"/>
            <a:ext cx="488289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Store the verified person, date and time automatically.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55080" y="265176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76148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Reduce errors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9672" y="3108960"/>
            <a:ext cx="488289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Minimize missed entries, duplicate work and proxy attendance.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17880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Secure &amp; synchronize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1" y="4526280"/>
            <a:ext cx="488289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Maintain user and attendance records in a centralized database.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40690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17880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Enable administration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19672" y="4526280"/>
            <a:ext cx="488289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Support user management, monitoring, reports and analytics.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8335" y="5577840"/>
            <a:ext cx="10927080" cy="70993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5687568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DESIGN GOAL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1" y="6035040"/>
            <a:ext cx="1059789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Efficient • Accurate • Scalable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2/12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03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Problem Statement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Manual attendance creates operational friction and weakens record reliability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749039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THE CURRENT REALITY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1691640"/>
            <a:ext cx="3419856" cy="3904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A simple daily task becomes a recurring administrative burden.</a:t>
            </a:r>
            <a:br>
              <a:rPr sz="1050" b="0">
                <a:solidFill>
                  <a:srgbClr val="262637"/>
                </a:solidFill>
                <a:latin typeface="Aptos"/>
              </a:rPr>
            </a:br>
            <a:br>
              <a:rPr sz="1050" b="0">
                <a:solidFill>
                  <a:srgbClr val="262637"/>
                </a:solidFill>
                <a:latin typeface="Aptos"/>
              </a:rPr>
            </a:br>
            <a:r>
              <a:t>The challenge grows with every additional class, employee, register and reporting period.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234440"/>
            <a:ext cx="30175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1344168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Time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82312" y="1691640"/>
            <a:ext cx="268833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Calling names and entering data delays sessions.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55279" y="1234440"/>
            <a:ext cx="30175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344168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Accuracy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19871" y="1691640"/>
            <a:ext cx="268833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Human error produces missing or inconsistent records.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17720" y="3383280"/>
            <a:ext cx="30175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3493008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Scale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82312" y="3840480"/>
            <a:ext cx="268833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Large groups make verification and follow-up difficult.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55279" y="3383280"/>
            <a:ext cx="30175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1" y="3493008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Control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19871" y="3840480"/>
            <a:ext cx="268833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Paper and spreadsheets limit monitoring and auditability.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617720" y="5532120"/>
            <a:ext cx="6400800" cy="72771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5641848"/>
            <a:ext cx="6071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NEED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82312" y="5989320"/>
            <a:ext cx="607161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A reliable digital process that identifies people and records attendance automatically.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3/12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04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Existing System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Typical manual workflow and its practical limitations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35607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1. Call / sign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52" y="1783080"/>
            <a:ext cx="218541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Teacher calls names or circulates a register.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435607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2. Transcribe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9312" y="1783080"/>
            <a:ext cx="218541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Records move to paper sheets or spreadsheets.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435607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3. Verify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19672" y="1783080"/>
            <a:ext cx="218541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Missing entries and disputes are checked manually.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235440" y="13258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435607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4. Report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00032" y="1783080"/>
            <a:ext cx="218541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Totals and percentages are prepared later.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3383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813048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SLOW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1" y="4160520"/>
            <a:ext cx="3054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Repeated every session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89120" y="3703320"/>
            <a:ext cx="3383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813048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ERROR-PRONE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53712" y="4160520"/>
            <a:ext cx="3054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Missed or incorrect entries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38159" y="3703320"/>
            <a:ext cx="3383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1" y="3813048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PROXY RISK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02751" y="4160520"/>
            <a:ext cx="3054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Identity is not reliably verified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4800600"/>
            <a:ext cx="3383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4910328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FRAGMENTED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1" y="5257800"/>
            <a:ext cx="3054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Paper and files are hard to track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89120" y="4800600"/>
            <a:ext cx="3383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910328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DELAYED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53712" y="5257800"/>
            <a:ext cx="3054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No live attendance view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38159" y="4800600"/>
            <a:ext cx="3383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1" y="4910328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MANUAL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02751" y="5257800"/>
            <a:ext cx="3054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Reports require extra effort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40080" y="5897880"/>
            <a:ext cx="10927080" cy="56261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545" y="5876290"/>
            <a:ext cx="10598150" cy="317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CENTRAL WEAKNESS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4671" y="6190615"/>
            <a:ext cx="1059789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Manual identity confirmation.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4/12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05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Proposed System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Facial verification turns attendance into a controlled digital event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01 • REGISTER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2185416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Create a profile and capture facial data in advance.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344168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02 • RECOGNIZE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9312" y="1691640"/>
            <a:ext cx="2185416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Match the live face with a registered identity.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344168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03 • RECORD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19672" y="1691640"/>
            <a:ext cx="2185416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Write the attendance entry with date and time.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235440" y="123444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344168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04 • REVIEW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00032" y="1691640"/>
            <a:ext cx="2185416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Monitor records and generate reports from the dashboard.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927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995928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EXPECTED OPERATIONAL CHANGE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1" y="4343400"/>
            <a:ext cx="10597896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Manual marking → Automatic verification     |     Delayed entry → Real-time recording</a:t>
            </a:r>
            <a:endParaRPr sz="1050" b="0">
              <a:solidFill>
                <a:srgbClr val="262637"/>
              </a:solidFill>
              <a:latin typeface="Aptos"/>
            </a:endParaRPr>
          </a:p>
          <a:p>
            <a:pPr algn="l"/>
            <a:br>
              <a:rPr sz="1050" b="0">
                <a:solidFill>
                  <a:srgbClr val="262637"/>
                </a:solidFill>
                <a:latin typeface="Aptos"/>
              </a:rPr>
            </a:br>
            <a:r>
              <a:t>Paper / sheets → Central database     |     Manual totals → Automated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15000"/>
            <a:ext cx="10927080" cy="715645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5824728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OUTCOME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1" y="6172200"/>
            <a:ext cx="10597896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62637"/>
                </a:solidFill>
                <a:latin typeface="Aptos"/>
              </a:rPr>
              <a:t>Faster • More accurate • Easier to audit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5/12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06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System Architecture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End-to-end data flow from camera capture to administrative insight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User / Student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1499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Presents face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80360" y="141732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52704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Live Camera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4952" y="1874519"/>
            <a:ext cx="1499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Captures frame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74920" y="141732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152704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Face Engine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39512" y="1874519"/>
            <a:ext cx="1499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Detects + matches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269480" y="141732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152704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Attendance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34072" y="1874519"/>
            <a:ext cx="1499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Validates event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74920" y="379476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390448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MongoDB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39512" y="4251960"/>
            <a:ext cx="1499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Stores record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880360" y="379476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390448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Admin Portal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44952" y="4251960"/>
            <a:ext cx="1499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Monitors + manages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" y="379476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90448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Reports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2" y="4251960"/>
            <a:ext cx="1499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Summarizes data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2514600" y="1965960"/>
            <a:ext cx="365760" cy="0"/>
          </a:xfrm>
          <a:prstGeom prst="line">
            <a:avLst/>
          </a:prstGeom>
          <a:ln w="25400">
            <a:solidFill>
              <a:srgbClr val="5C4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09160" y="1965960"/>
            <a:ext cx="365760" cy="0"/>
          </a:xfrm>
          <a:prstGeom prst="line">
            <a:avLst/>
          </a:prstGeom>
          <a:ln w="25400">
            <a:solidFill>
              <a:srgbClr val="5C4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03720" y="1965960"/>
            <a:ext cx="365760" cy="0"/>
          </a:xfrm>
          <a:prstGeom prst="line">
            <a:avLst/>
          </a:prstGeom>
          <a:ln w="25400">
            <a:solidFill>
              <a:srgbClr val="5C4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989320" y="2560320"/>
            <a:ext cx="2194559" cy="1234440"/>
          </a:xfrm>
          <a:prstGeom prst="line">
            <a:avLst/>
          </a:prstGeom>
          <a:ln w="25400">
            <a:solidFill>
              <a:srgbClr val="5C4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4709160" y="4343400"/>
            <a:ext cx="365760" cy="594360"/>
          </a:xfrm>
          <a:prstGeom prst="line">
            <a:avLst/>
          </a:prstGeom>
          <a:ln w="25400">
            <a:solidFill>
              <a:srgbClr val="5C4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514600" y="4343400"/>
            <a:ext cx="365760" cy="0"/>
          </a:xfrm>
          <a:prstGeom prst="line">
            <a:avLst/>
          </a:prstGeom>
          <a:ln w="25400">
            <a:solidFill>
              <a:srgbClr val="5C4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052560" y="324612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40BE"/>
                </a:solidFill>
                <a:latin typeface="Aptos"/>
              </a:rPr>
              <a:t>Stored attendance record</a:t>
            </a:r>
            <a:br>
              <a:rPr sz="1200" b="1">
                <a:solidFill>
                  <a:srgbClr val="5C40BE"/>
                </a:solidFill>
                <a:latin typeface="Aptos"/>
              </a:rPr>
            </a:br>
            <a:r>
              <a:t>User ID • Date • Time</a:t>
            </a:r>
            <a:br/>
            <a:r>
              <a:t>Verification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480560"/>
            <a:ext cx="2377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2637"/>
                </a:solidFill>
                <a:latin typeface="Aptos"/>
              </a:rPr>
              <a:t>Safeguard:</a:t>
            </a:r>
            <a:br>
              <a:rPr sz="1000" b="0">
                <a:solidFill>
                  <a:srgbClr val="262637"/>
                </a:solidFill>
                <a:latin typeface="Aptos"/>
              </a:rPr>
            </a:br>
            <a:r>
              <a:t>Only a successful match should create an attendance event; uncertain faces can be flagged for review.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6/12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  <p:pic>
        <p:nvPicPr>
          <p:cNvPr id="38" name="Picture 37" descr="Smart Attendance System Archite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00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07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Technology Stack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Each technology supports a distinct layer of the attendance workflow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92708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252728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INTERFACE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1600200"/>
            <a:ext cx="10597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HTML • CSS • JavaScript — User-facing attendance and administration screens.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947545"/>
            <a:ext cx="10927080" cy="728345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57400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BACKEND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1" y="2404872"/>
            <a:ext cx="10597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Python • Flask — Application logic, requests and service coordination.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2752090"/>
            <a:ext cx="10927080" cy="727075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862072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FACE AI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1" y="3209544"/>
            <a:ext cx="10597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OpenCV • Face Recognition — Detection, encoding comparison and identification.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557270"/>
            <a:ext cx="10927080" cy="71755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666744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DATABASE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1" y="4014216"/>
            <a:ext cx="10597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MongoDB — Student profiles, face identifiers and attendance records.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4361815"/>
            <a:ext cx="10927080" cy="725805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471416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CONNECTIVITY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1" y="4818888"/>
            <a:ext cx="10597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PyMongo — Database access and record operations from Flask.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5166360"/>
            <a:ext cx="10927080" cy="69977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5276088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HARDWARE / DEV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1" y="5623560"/>
            <a:ext cx="10597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Webcam or CCTV • Visual Studio Code — Real-time capture, coding, testing and development.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7/12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08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Database Design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MongoDB stores user profiles and attendance records centrally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8988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USERS / STUDENTS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488289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_id</a:t>
            </a:r>
            <a:br>
              <a:rPr sz="1050" b="0">
                <a:solidFill>
                  <a:srgbClr val="262637"/>
                </a:solidFill>
                <a:latin typeface="Aptos"/>
              </a:rPr>
            </a:br>
            <a:r>
              <a:t>name • roll_no / employee_id</a:t>
            </a:r>
            <a:br/>
            <a:r>
              <a:t>department • face_encoding</a:t>
            </a:r>
            <a:br/>
            <a:r>
              <a:t>created_at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8988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ATTENDANCE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3952" y="1737360"/>
            <a:ext cx="488289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_id</a:t>
            </a:r>
            <a:br>
              <a:rPr sz="1050" b="0">
                <a:solidFill>
                  <a:srgbClr val="262637"/>
                </a:solidFill>
                <a:latin typeface="Aptos"/>
              </a:rPr>
            </a:br>
            <a:r>
              <a:t>user_id • date • time</a:t>
            </a:r>
            <a:br/>
            <a:r>
              <a:t>status / verification result</a:t>
            </a:r>
            <a:br/>
            <a:r>
              <a:t>optional image/reference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81304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ADMIN / MANAGEMENT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1" y="4160520"/>
            <a:ext cx="488289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37"/>
                </a:solidFill>
                <a:latin typeface="Aptos"/>
              </a:rPr>
              <a:t>Administrative identity and access information can be maintained separately from attendance records.</a:t>
            </a:r>
            <a:endParaRPr sz="120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09360" y="3703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381304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ATTENDANCE EVENT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3952" y="4160520"/>
            <a:ext cx="488289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37"/>
                </a:solidFill>
                <a:latin typeface="Aptos"/>
              </a:rPr>
              <a:t>A verified match creates a timestamped event linked to the registered user.</a:t>
            </a:r>
            <a:endParaRPr sz="120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881360" cy="66675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5916168"/>
            <a:ext cx="10552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RELATIONSHIP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1" y="6263640"/>
            <a:ext cx="1055217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One registered user → many attendance records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8/12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09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System Workflow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From registration to attendance record and administrative review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61848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1. Registration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512" y="1965960"/>
            <a:ext cx="131673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Capture/store face data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04872" y="150876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464" y="161848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2. Live Capture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9464" y="1965960"/>
            <a:ext cx="131673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Get frame from camera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06824" y="150876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61848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3. Face Detection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71416" y="1965960"/>
            <a:ext cx="131673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Locate face in frame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08776" y="150876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61848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4. Recognition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3368" y="1965960"/>
            <a:ext cx="131673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Compare with registered identity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10728" y="150876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61848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5. Verification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131673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Confirm match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012680" y="150876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77272" y="161848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6. Record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177272" y="1965960"/>
            <a:ext cx="131673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Save timestamped entry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3977639"/>
            <a:ext cx="10881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4087368"/>
            <a:ext cx="10552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9664"/>
                </a:solidFill>
                <a:latin typeface="Aptos"/>
              </a:rPr>
              <a:t>IF MATCHED</a:t>
            </a:r>
            <a:endParaRPr sz="1300" b="1">
              <a:solidFill>
                <a:srgbClr val="239664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1" y="4434840"/>
            <a:ext cx="1055217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Create one timestamped attendance entry and show confirmation. Duplicate checks can prevent repeated marking in the same session.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5440680"/>
            <a:ext cx="10881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5550408"/>
            <a:ext cx="10552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IF UNCERTAIN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1" y="5897880"/>
            <a:ext cx="10552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Do not mark automatically; request another scan or administrator review.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9/12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10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Key Features &amp; Project Interface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Core capabilities mapped to everyday attendance operations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246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✓  Real-time face recognition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1691640"/>
            <a:ext cx="2916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246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34416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✓  Automatic attendance marking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2272" y="1691640"/>
            <a:ext cx="2916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3246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30428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✓  User registration &amp; management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1" y="2651760"/>
            <a:ext cx="2916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4" name="Rounded Rectangle 13"/>
          <p:cNvSpPr/>
          <p:nvPr/>
        </p:nvSpPr>
        <p:spPr>
          <a:xfrm>
            <a:off x="4297680" y="2194560"/>
            <a:ext cx="3246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30428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✓  Admin dashboard with live view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62272" y="2651760"/>
            <a:ext cx="2916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7" name="Rounded Rectangle 16"/>
          <p:cNvSpPr/>
          <p:nvPr/>
        </p:nvSpPr>
        <p:spPr>
          <a:xfrm>
            <a:off x="640080" y="3154680"/>
            <a:ext cx="3246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26440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✓  Reports and attendance analytics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1" y="3611880"/>
            <a:ext cx="2916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0" name="Rounded Rectangle 19"/>
          <p:cNvSpPr/>
          <p:nvPr/>
        </p:nvSpPr>
        <p:spPr>
          <a:xfrm>
            <a:off x="4297680" y="3154680"/>
            <a:ext cx="3246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326440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✓  Centralized database records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62272" y="3611880"/>
            <a:ext cx="2916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3" name="Rounded Rectangle 22"/>
          <p:cNvSpPr/>
          <p:nvPr/>
        </p:nvSpPr>
        <p:spPr>
          <a:xfrm>
            <a:off x="8092440" y="123444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1" y="1344168"/>
            <a:ext cx="3099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UI / DEMO EVIDENCE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57031" y="1691640"/>
            <a:ext cx="3099816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Place your actual project screenshots here:</a:t>
            </a:r>
            <a:br>
              <a:rPr sz="1050" b="0">
                <a:solidFill>
                  <a:srgbClr val="262637"/>
                </a:solidFill>
                <a:latin typeface="Aptos"/>
              </a:rPr>
            </a:br>
            <a:br>
              <a:rPr sz="1050" b="0">
                <a:solidFill>
                  <a:srgbClr val="262637"/>
                </a:solidFill>
                <a:latin typeface="Aptos"/>
              </a:rPr>
            </a:br>
            <a:r>
              <a:t>• Login / registration</a:t>
            </a:r>
            <a:br/>
            <a:r>
              <a:t>• Camera / recognition screen</a:t>
            </a:r>
            <a:br/>
            <a:r>
              <a:t>• Attendance confirmation</a:t>
            </a:r>
            <a:br/>
            <a:r>
              <a:t>• Admin dashboard</a:t>
            </a:r>
            <a:br/>
            <a:r>
              <a:t>• Attendance report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51960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4361688"/>
            <a:ext cx="6574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PROJECT OUTPUT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1" y="4709160"/>
            <a:ext cx="657453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The system is designed to reduce manual marking effort, minimize errors, provide timestamped records and improve administrative visibility.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0080" y="5715000"/>
            <a:ext cx="10881360" cy="71374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5824728"/>
            <a:ext cx="10552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IMPORTANT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4671" y="6172200"/>
            <a:ext cx="1055217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Use actual implementation screenshots during the final review to demonstrate the working system.</a:t>
            </a:r>
            <a:endParaRPr sz="1050" b="0">
              <a:solidFill>
                <a:srgbClr val="262637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10/12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11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Testing, Results &amp; Observations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Review-2 evidence should be demonstrated using the actual implemented system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3099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TEST CASES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1691640"/>
            <a:ext cx="3099816" cy="3879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>
                <a:solidFill>
                  <a:srgbClr val="262637"/>
                </a:solidFill>
                <a:latin typeface="Calibri" panose="020F0502020204030204" charset="0"/>
                <a:cs typeface="Calibri" panose="020F0502020204030204" charset="0"/>
              </a:rPr>
              <a:t>1. Registered face → verify identity</a:t>
            </a:r>
            <a:br>
              <a:rPr sz="1000" b="0">
                <a:solidFill>
                  <a:srgbClr val="262637"/>
                </a:solidFill>
                <a:latin typeface="Aptos"/>
              </a:rPr>
            </a:br>
            <a:br>
              <a:rPr sz="1000" b="0">
                <a:solidFill>
                  <a:srgbClr val="262637"/>
                </a:solidFill>
                <a:latin typeface="Aptos"/>
              </a:rPr>
            </a:br>
            <a:r>
              <a:rPr sz="1600"/>
              <a:t>2. Unregistered face → reject / request review</a:t>
            </a:r>
            <a:br>
              <a:rPr sz="1600"/>
            </a:br>
            <a:br>
              <a:rPr sz="1600"/>
            </a:br>
            <a:r>
              <a:rPr sz="1600"/>
              <a:t>3. Successful match → create attendance record</a:t>
            </a:r>
            <a:br>
              <a:rPr sz="1600"/>
            </a:br>
            <a:br>
              <a:rPr sz="1600"/>
            </a:br>
            <a:r>
              <a:rPr sz="1600"/>
              <a:t>4. Repeat scan → prevent duplicate marking where implemented</a:t>
            </a:r>
            <a:br>
              <a:rPr sz="1600"/>
            </a:br>
            <a:br>
              <a:rPr sz="1600"/>
            </a:br>
            <a:r>
              <a:rPr sz="1600"/>
              <a:t>5. Admin → view attendance records</a:t>
            </a:r>
            <a:br>
              <a:rPr sz="1600"/>
            </a:br>
            <a:br>
              <a:rPr sz="1600"/>
            </a:br>
            <a:r>
              <a:rPr sz="1600"/>
              <a:t>6. Report → review attendan</a:t>
            </a:r>
            <a:r>
              <a:t>ce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344168"/>
            <a:ext cx="3099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OBSERVABLE OUTPUT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07992" y="1691640"/>
            <a:ext cx="3099816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62637"/>
                </a:solidFill>
                <a:latin typeface="Aptos"/>
              </a:rPr>
              <a:t>• Face detected</a:t>
            </a:r>
            <a:br>
              <a:rPr sz="1050" b="0">
                <a:solidFill>
                  <a:srgbClr val="262637"/>
                </a:solidFill>
                <a:latin typeface="Aptos"/>
              </a:rPr>
            </a:br>
            <a:r>
              <a:t>• Identity matched / not matched</a:t>
            </a:r>
            <a:br/>
            <a:r>
              <a:t>• Attendance timestamp created</a:t>
            </a:r>
            <a:br/>
            <a:r>
              <a:t>• Record stored in MongoDB</a:t>
            </a:r>
            <a:br/>
            <a:r>
              <a:t>• Admin can review records</a:t>
            </a:r>
            <a:br/>
            <a:r>
              <a:t>• Reports can summarize attendance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344168"/>
            <a:ext cx="3099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EVIDENCE TO SHOW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11312" y="1691640"/>
            <a:ext cx="3099816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37"/>
                </a:solidFill>
                <a:latin typeface="Aptos"/>
              </a:rPr>
              <a:t>Insert actual screenshots or live-demo captures:</a:t>
            </a:r>
            <a:br>
              <a:rPr sz="1050" b="0">
                <a:solidFill>
                  <a:srgbClr val="262637"/>
                </a:solidFill>
                <a:latin typeface="Aptos"/>
              </a:rPr>
            </a:br>
            <a:br>
              <a:rPr sz="1050" b="0">
                <a:solidFill>
                  <a:srgbClr val="262637"/>
                </a:solidFill>
                <a:latin typeface="Aptos"/>
              </a:rPr>
            </a:br>
            <a:r>
              <a:t>✓ Recognition screen</a:t>
            </a:r>
            <a:br/>
            <a:r>
              <a:t>✓ MongoDB record</a:t>
            </a:r>
            <a:br/>
            <a:r>
              <a:t>✓ Dashboard</a:t>
            </a:r>
            <a:br/>
            <a:r>
              <a:t>✓ Attendance report</a:t>
            </a:r>
            <a:br/>
            <a:r>
              <a:t>✓ Test-case output</a:t>
            </a:r>
            <a:br/>
            <a:br/>
            <a:r>
              <a:t>Do not add numerical accuracy claims unless measured in your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11/12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0BE"/>
                </a:solidFill>
                <a:latin typeface="Aptos"/>
              </a:rPr>
              <a:t>12</a:t>
            </a:r>
            <a:endParaRPr sz="14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1946"/>
                </a:solidFill>
                <a:latin typeface="Aptos"/>
              </a:rPr>
              <a:t>Conclusion, Limitations &amp; Future Scope</a:t>
            </a:r>
            <a:endParaRPr sz="2700" b="1">
              <a:solidFill>
                <a:srgbClr val="1C19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74980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78"/>
                </a:solidFill>
                <a:latin typeface="Aptos"/>
              </a:rPr>
              <a:t>Final project-review summary</a:t>
            </a:r>
            <a:endParaRPr sz="11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CONCLUSION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1691640"/>
            <a:ext cx="31455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62637"/>
                </a:solidFill>
                <a:latin typeface="Calibri" panose="020F0502020204030204" charset="0"/>
                <a:cs typeface="Calibri" panose="020F0502020204030204" charset="0"/>
              </a:rPr>
              <a:t>The proposed system automates attendance through facial verification, timestamped records and centralized storage.</a:t>
            </a:r>
            <a:br>
              <a:rPr b="0">
                <a:solidFill>
                  <a:srgbClr val="262637"/>
                </a:solidFill>
                <a:latin typeface="Calibri" panose="020F0502020204030204" charset="0"/>
                <a:cs typeface="Calibri" panose="020F0502020204030204" charset="0"/>
              </a:rPr>
            </a:br>
            <a:br>
              <a:rPr sz="1050" b="0">
                <a:solidFill>
                  <a:srgbClr val="262637"/>
                </a:solidFill>
                <a:latin typeface="Aptos"/>
              </a:rPr>
            </a:br>
            <a:r>
              <a:t>It addresses major weaknesses of manual attendance by reducing repetitive work and improving record visibility.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344168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LIMITATIONS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07992" y="1691640"/>
            <a:ext cx="3145536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62637"/>
                </a:solidFill>
                <a:latin typeface="Aptos"/>
              </a:rPr>
              <a:t>• Recognition depends on camera/image quality</a:t>
            </a:r>
            <a:br>
              <a:rPr sz="1050" b="0">
                <a:solidFill>
                  <a:srgbClr val="262637"/>
                </a:solidFill>
                <a:latin typeface="Aptos"/>
              </a:rPr>
            </a:br>
            <a:r>
              <a:t>• Lighting and face angle can affect detection</a:t>
            </a:r>
            <a:br/>
            <a:r>
              <a:t>• Uncertain matches require review</a:t>
            </a:r>
            <a:br/>
            <a:r>
              <a:t>• Security and privacy controls need careful implementation</a:t>
            </a:r>
            <a:br/>
            <a:r>
              <a:t>• Real-world accuracy should be validated with project test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344168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0BE"/>
                </a:solidFill>
                <a:latin typeface="Aptos"/>
              </a:rPr>
              <a:t>FUTURE SCOPE</a:t>
            </a:r>
            <a:endParaRPr sz="13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11312" y="1691640"/>
            <a:ext cx="3145536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62637"/>
                </a:solidFill>
                <a:latin typeface="Aptos"/>
              </a:rPr>
              <a:t>• Mobile application support</a:t>
            </a:r>
            <a:br>
              <a:rPr sz="1050" b="0">
                <a:solidFill>
                  <a:srgbClr val="262637"/>
                </a:solidFill>
                <a:latin typeface="Aptos"/>
              </a:rPr>
            </a:br>
            <a:r>
              <a:t>• Liveness / anti-spoofing detection</a:t>
            </a:r>
            <a:br/>
            <a:r>
              <a:t>• Integration with biometric devices</a:t>
            </a:r>
            <a:br/>
            <a:r>
              <a:t>• AI-based attendance analytics &amp; alerts</a:t>
            </a:r>
            <a:br/>
            <a:r>
              <a:t>• Larger-scale deployment and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97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40BE"/>
                </a:solidFill>
                <a:latin typeface="Aptos"/>
              </a:rPr>
              <a:t>Thank You  •  Questions &amp; Discussion</a:t>
            </a:r>
            <a:endParaRPr sz="2000" b="1">
              <a:solidFill>
                <a:srgbClr val="5C40BE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78"/>
                </a:solidFill>
                <a:latin typeface="Aptos"/>
              </a:rPr>
              <a:t>DSB &amp; DB PROJECT • Smart Attendance System</a:t>
            </a:r>
            <a:endParaRPr sz="800" b="0">
              <a:solidFill>
                <a:srgbClr val="64647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C40BE"/>
                </a:solidFill>
                <a:latin typeface="Aptos"/>
              </a:rPr>
              <a:t>12/12</a:t>
            </a:r>
            <a:endParaRPr sz="800" b="1">
              <a:solidFill>
                <a:srgbClr val="5C40BE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7548</Words>
  <Application>WPS Presentation</Application>
  <PresentationFormat>On-screen Show (4:3)</PresentationFormat>
  <Paragraphs>414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Times New Roman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Satwika Reddy</cp:lastModifiedBy>
  <cp:revision>3</cp:revision>
  <dcterms:created xsi:type="dcterms:W3CDTF">2013-01-27T09:14:00Z</dcterms:created>
  <dcterms:modified xsi:type="dcterms:W3CDTF">2026-10-02T05:36:45Z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4D5A0EEEAE1741B08F25B9DC455446E0_13</vt:lpwstr>
  </property>
</Properties>
</file>