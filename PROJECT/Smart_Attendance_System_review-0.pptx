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Smart Attendance System using Facial Recognition, Review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858000" cy="6858000"/>
          </a:xfrm>
          <a:prstGeom prst="ellipse">
            <a:avLst/>
          </a:prstGeom>
          <a:solidFill>
            <a:srgbClr val="13305A">
              <a:alpha val="55000"/>
            </a:srgbClr>
          </a:solidFill>
          <a:ln w="12700">
            <a:solidFill>
              <a:srgbClr val="1330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3840480"/>
            <a:ext cx="4206240" cy="420624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4864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21792"/>
            <a:ext cx="2468880" cy="7680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- 1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6032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Attendance System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Facial Recognition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 KHAJA SHAREEF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  •  DBS &amp; DB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0" y="2103120"/>
            <a:ext cx="3749040" cy="3291840"/>
          </a:xfrm>
          <a:prstGeom prst="roundRect">
            <a:avLst>
              <a:gd name="adj" fmla="val 4167"/>
            </a:avLst>
          </a:prstGeom>
          <a:solidFill>
            <a:srgbClr val="13305A"/>
          </a:solidFill>
          <a:ln w="12700">
            <a:solidFill>
              <a:srgbClr val="2A4C7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0" y="1920240"/>
            <a:ext cx="4114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89520" y="1920240"/>
            <a:ext cx="0" cy="41148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292840" y="1920240"/>
            <a:ext cx="4114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704320" y="1920240"/>
            <a:ext cx="0" cy="41148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89520" y="5577840"/>
            <a:ext cx="4114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89520" y="5166360"/>
            <a:ext cx="0" cy="41148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92840" y="5577840"/>
            <a:ext cx="4114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704320" y="5166360"/>
            <a:ext cx="0" cy="41148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9244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09244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SATWIKA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2520090151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3675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HARSHITHA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8092440" y="4041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2520080007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092440" y="45171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KRISHNASREE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8092440" y="4882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2520080009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474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412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 and why it is needed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&amp; DB  •  REVIEW - 1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4864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874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attendance management system that uses a camera to identify registered students through facial recognition and record attendance in real time.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880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reduces manual work, improves record accuracy and makes monitoring easier for administrators.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330952" cy="2423160"/>
          </a:xfrm>
          <a:prstGeom prst="roundRect">
            <a:avLst>
              <a:gd name="adj" fmla="val 452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FOCUS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187452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structure and storage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and modules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workflow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monitoring and reports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and testing plan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645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78992" y="4681728"/>
            <a:ext cx="585216" cy="5852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4828032"/>
            <a:ext cx="292608" cy="29260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94360" y="5376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3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879" y="5184648"/>
            <a:ext cx="164592" cy="16459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437790" y="4526280"/>
            <a:ext cx="1645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968142" y="4681728"/>
            <a:ext cx="585216" cy="58521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446" y="4828032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2483510" y="5376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3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030" y="5184648"/>
            <a:ext cx="164592" cy="16459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326941" y="4526280"/>
            <a:ext cx="1645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857293" y="4681728"/>
            <a:ext cx="585216" cy="5852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597" y="4828032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372661" y="5376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3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180" y="5184648"/>
            <a:ext cx="164592" cy="16459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216091" y="4526280"/>
            <a:ext cx="1645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746443" y="4681728"/>
            <a:ext cx="585216" cy="58521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2747" y="4828032"/>
            <a:ext cx="292608" cy="29260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261811" y="5376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Verification</a:t>
            </a:r>
            <a:endParaRPr lang="en-US" sz="13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1330" y="5184648"/>
            <a:ext cx="164592" cy="16459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105242" y="4526280"/>
            <a:ext cx="1645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635594" y="4681728"/>
            <a:ext cx="585216" cy="5852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1898" y="4828032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8150962" y="5376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Recorded</a:t>
            </a:r>
            <a:endParaRPr lang="en-US" sz="13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90481" y="5184648"/>
            <a:ext cx="164592" cy="164592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9994392" y="4526280"/>
            <a:ext cx="1645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30"/>
          <p:cNvSpPr/>
          <p:nvPr/>
        </p:nvSpPr>
        <p:spPr>
          <a:xfrm>
            <a:off x="10524744" y="4681728"/>
            <a:ext cx="585216" cy="58521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71048" y="4828032"/>
            <a:ext cx="292608" cy="292608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10040112" y="5376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474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Proposed Solution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412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attendance falls short, and how we address 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&amp; DB  •  REVIEW - 1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376672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6002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5645B"/>
          </a:solidFill>
          <a:ln w="12700">
            <a:solidFill>
              <a:srgbClr val="E564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600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340864"/>
            <a:ext cx="329184" cy="329184"/>
          </a:xfrm>
          <a:prstGeom prst="ellipse">
            <a:avLst/>
          </a:prstGeom>
          <a:solidFill>
            <a:srgbClr val="E5645B"/>
          </a:solidFill>
          <a:ln w="12700">
            <a:solidFill>
              <a:srgbClr val="E5645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441448"/>
            <a:ext cx="128016" cy="12801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25880" y="228600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attendance takes time and effort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" y="2962656"/>
            <a:ext cx="329184" cy="329184"/>
          </a:xfrm>
          <a:prstGeom prst="ellipse">
            <a:avLst/>
          </a:prstGeom>
          <a:solidFill>
            <a:srgbClr val="E5645B"/>
          </a:solidFill>
          <a:ln w="12700">
            <a:solidFill>
              <a:srgbClr val="E5645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63240"/>
            <a:ext cx="128016" cy="12801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25880" y="290779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data entry can cause errors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822960" y="3584448"/>
            <a:ext cx="329184" cy="329184"/>
          </a:xfrm>
          <a:prstGeom prst="ellipse">
            <a:avLst/>
          </a:prstGeom>
          <a:solidFill>
            <a:srgbClr val="E5645B"/>
          </a:solidFill>
          <a:ln w="12700">
            <a:solidFill>
              <a:srgbClr val="E5645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685032"/>
            <a:ext cx="128016" cy="12801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25880" y="352958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classes are difficult to manage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822960" y="4206240"/>
            <a:ext cx="329184" cy="329184"/>
          </a:xfrm>
          <a:prstGeom prst="ellipse">
            <a:avLst/>
          </a:prstGeom>
          <a:solidFill>
            <a:srgbClr val="E5645B"/>
          </a:solidFill>
          <a:ln w="12700">
            <a:solidFill>
              <a:srgbClr val="E5645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306824"/>
            <a:ext cx="128016" cy="12801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415137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/ spreadsheet records are hard to monitor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822960" y="4828032"/>
            <a:ext cx="329184" cy="329184"/>
          </a:xfrm>
          <a:prstGeom prst="ellipse">
            <a:avLst/>
          </a:prstGeom>
          <a:solidFill>
            <a:srgbClr val="E5645B"/>
          </a:solidFill>
          <a:ln w="12700">
            <a:solidFill>
              <a:srgbClr val="E5645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928616"/>
            <a:ext cx="128016" cy="12801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25880" y="477316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 preparation adds extra work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822960" y="5449824"/>
            <a:ext cx="329184" cy="329184"/>
          </a:xfrm>
          <a:prstGeom prst="ellipse">
            <a:avLst/>
          </a:prstGeom>
          <a:solidFill>
            <a:srgbClr val="E5645B"/>
          </a:solidFill>
          <a:ln w="12700">
            <a:solidFill>
              <a:srgbClr val="E5645B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5550408"/>
            <a:ext cx="128016" cy="12801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325880" y="539496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attendance is difficult to control</a:t>
            </a:r>
            <a:endParaRPr lang="en-US" sz="1500" dirty="0"/>
          </a:p>
        </p:txBody>
      </p:sp>
      <p:sp>
        <p:nvSpPr>
          <p:cNvPr id="29" name="Shape 21"/>
          <p:cNvSpPr/>
          <p:nvPr/>
        </p:nvSpPr>
        <p:spPr>
          <a:xfrm>
            <a:off x="6263640" y="1371600"/>
            <a:ext cx="5376672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537960" y="16002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6537960" y="1600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6537960" y="2340864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2441448"/>
            <a:ext cx="128016" cy="128016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040880" y="228600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faces through a live camera</a:t>
            </a:r>
            <a:endParaRPr lang="en-US" sz="1500" dirty="0"/>
          </a:p>
        </p:txBody>
      </p:sp>
      <p:sp>
        <p:nvSpPr>
          <p:cNvPr id="35" name="Shape 26"/>
          <p:cNvSpPr/>
          <p:nvPr/>
        </p:nvSpPr>
        <p:spPr>
          <a:xfrm>
            <a:off x="6537960" y="2962656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3063240"/>
            <a:ext cx="128016" cy="128016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040880" y="290779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registered students with facial data</a:t>
            </a:r>
            <a:endParaRPr lang="en-US" sz="1500" dirty="0"/>
          </a:p>
        </p:txBody>
      </p:sp>
      <p:sp>
        <p:nvSpPr>
          <p:cNvPr id="38" name="Shape 28"/>
          <p:cNvSpPr/>
          <p:nvPr/>
        </p:nvSpPr>
        <p:spPr>
          <a:xfrm>
            <a:off x="6537960" y="3584448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8544" y="3685032"/>
            <a:ext cx="128016" cy="128016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040880" y="352958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 automatically after verification</a:t>
            </a:r>
            <a:endParaRPr lang="en-US" sz="1500" dirty="0"/>
          </a:p>
        </p:txBody>
      </p:sp>
      <p:sp>
        <p:nvSpPr>
          <p:cNvPr id="41" name="Shape 30"/>
          <p:cNvSpPr/>
          <p:nvPr/>
        </p:nvSpPr>
        <p:spPr>
          <a:xfrm>
            <a:off x="6537960" y="4206240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8544" y="4306824"/>
            <a:ext cx="128016" cy="128016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7040880" y="415137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attendance digitally with date and time</a:t>
            </a:r>
            <a:endParaRPr lang="en-US" sz="1500" dirty="0"/>
          </a:p>
        </p:txBody>
      </p:sp>
      <p:sp>
        <p:nvSpPr>
          <p:cNvPr id="44" name="Shape 32"/>
          <p:cNvSpPr/>
          <p:nvPr/>
        </p:nvSpPr>
        <p:spPr>
          <a:xfrm>
            <a:off x="6537960" y="4828032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38544" y="4928616"/>
            <a:ext cx="128016" cy="128016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7040880" y="477316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admin interface for monitoring</a:t>
            </a:r>
            <a:endParaRPr lang="en-US" sz="1500" dirty="0"/>
          </a:p>
        </p:txBody>
      </p:sp>
      <p:sp>
        <p:nvSpPr>
          <p:cNvPr id="47" name="Shape 34"/>
          <p:cNvSpPr/>
          <p:nvPr/>
        </p:nvSpPr>
        <p:spPr>
          <a:xfrm>
            <a:off x="6537960" y="5449824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38544" y="5550408"/>
            <a:ext cx="128016" cy="128016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7040880" y="539496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attendance reports and analytics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474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412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components and data flow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&amp; DB  •  REVIEW - 1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12748" y="1600200"/>
            <a:ext cx="603504" cy="60350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052" y="1746504"/>
            <a:ext cx="310896" cy="31089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23134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4904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908" y="2121408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68624" y="141732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32732" y="1600200"/>
            <a:ext cx="603504" cy="60350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036" y="174650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560064" y="23134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3578352" y="14904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892" y="2121408"/>
            <a:ext cx="201168" cy="2011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388608" y="141732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252716" y="1600200"/>
            <a:ext cx="603504" cy="60350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020" y="1746504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480048" y="23134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6498336" y="14904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3876" y="2121408"/>
            <a:ext cx="201168" cy="20116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308592" y="141732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10172700" y="1600200"/>
            <a:ext cx="603504" cy="60350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9004" y="1746504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400032" y="23134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9418320" y="14904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548640" y="365760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1412748" y="3840480"/>
            <a:ext cx="603504" cy="6035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9052" y="3986784"/>
            <a:ext cx="310896" cy="31089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40080" y="4553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MODULE</a:t>
            </a:r>
            <a:endParaRPr lang="en-US" sz="1400" dirty="0"/>
          </a:p>
        </p:txBody>
      </p:sp>
      <p:sp>
        <p:nvSpPr>
          <p:cNvPr id="35" name="Text 25"/>
          <p:cNvSpPr txBox="1"/>
          <p:nvPr/>
        </p:nvSpPr>
        <p:spPr>
          <a:xfrm>
            <a:off x="658368" y="3730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3908" y="4361688"/>
            <a:ext cx="201168" cy="201168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3468624" y="365760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4332732" y="3840480"/>
            <a:ext cx="603504" cy="6035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9036" y="3986784"/>
            <a:ext cx="310896" cy="310896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3560064" y="4553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41" name="Text 29"/>
          <p:cNvSpPr txBox="1"/>
          <p:nvPr/>
        </p:nvSpPr>
        <p:spPr>
          <a:xfrm>
            <a:off x="3578352" y="3730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93892" y="4361688"/>
            <a:ext cx="201168" cy="201168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6388608" y="365760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Shape 31"/>
          <p:cNvSpPr/>
          <p:nvPr/>
        </p:nvSpPr>
        <p:spPr>
          <a:xfrm>
            <a:off x="7252716" y="3840480"/>
            <a:ext cx="603504" cy="6035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99020" y="3986784"/>
            <a:ext cx="310896" cy="310896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6480048" y="4553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47" name="Text 33"/>
          <p:cNvSpPr txBox="1"/>
          <p:nvPr/>
        </p:nvSpPr>
        <p:spPr>
          <a:xfrm>
            <a:off x="6498336" y="3730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13876" y="4361688"/>
            <a:ext cx="201168" cy="201168"/>
          </a:xfrm>
          <a:prstGeom prst="rect">
            <a:avLst/>
          </a:prstGeom>
        </p:spPr>
      </p:pic>
      <p:sp>
        <p:nvSpPr>
          <p:cNvPr id="49" name="Shape 34"/>
          <p:cNvSpPr/>
          <p:nvPr/>
        </p:nvSpPr>
        <p:spPr>
          <a:xfrm>
            <a:off x="9308592" y="3657600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Shape 35"/>
          <p:cNvSpPr/>
          <p:nvPr/>
        </p:nvSpPr>
        <p:spPr>
          <a:xfrm>
            <a:off x="10172700" y="3840480"/>
            <a:ext cx="603504" cy="6035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19004" y="3986784"/>
            <a:ext cx="310896" cy="310896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9400032" y="4553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400" dirty="0"/>
          </a:p>
        </p:txBody>
      </p:sp>
      <p:sp>
        <p:nvSpPr>
          <p:cNvPr id="53" name="Text 37"/>
          <p:cNvSpPr txBox="1"/>
          <p:nvPr/>
        </p:nvSpPr>
        <p:spPr>
          <a:xfrm>
            <a:off x="9418320" y="3730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73868" y="3154680"/>
            <a:ext cx="201168" cy="201168"/>
          </a:xfrm>
          <a:prstGeom prst="rect">
            <a:avLst/>
          </a:prstGeom>
        </p:spPr>
      </p:pic>
      <p:sp>
        <p:nvSpPr>
          <p:cNvPr id="55" name="Shape 38"/>
          <p:cNvSpPr/>
          <p:nvPr/>
        </p:nvSpPr>
        <p:spPr>
          <a:xfrm>
            <a:off x="10474452" y="2971800"/>
            <a:ext cx="0" cy="13716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56" name="Text 39"/>
          <p:cNvSpPr txBox="1"/>
          <p:nvPr/>
        </p:nvSpPr>
        <p:spPr>
          <a:xfrm>
            <a:off x="548640" y="54864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connects real-time recognition with digital attendance storage and administrative monitoring.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474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– Proposed Structure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412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structure for student, facial and attendance information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&amp; DB  •  REVIEW - 1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1732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37360"/>
            <a:ext cx="2560320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228600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21488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2788920"/>
            <a:ext cx="128016" cy="128016"/>
          </a:xfrm>
          <a:prstGeom prst="ellipse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26517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3291840"/>
            <a:ext cx="128016" cy="128016"/>
          </a:xfrm>
          <a:prstGeom prst="ellipse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1546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roll_no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3794760"/>
            <a:ext cx="128016" cy="128016"/>
          </a:xfrm>
          <a:prstGeom prst="ellipse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36576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class/section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4297680"/>
            <a:ext cx="128016" cy="128016"/>
          </a:xfrm>
          <a:prstGeom prst="ellipse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1605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contact/status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92424" y="141732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92424" y="141732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92424" y="1737360"/>
            <a:ext cx="2560320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92424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FACE_DATA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621024" y="228600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95344" y="21488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face_id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21024" y="2788920"/>
            <a:ext cx="128016" cy="128016"/>
          </a:xfrm>
          <a:prstGeom prst="ellipse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95344" y="26517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21024" y="3291840"/>
            <a:ext cx="128016" cy="128016"/>
          </a:xfrm>
          <a:prstGeom prst="ellipse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95344" y="31546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face_identifier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21024" y="3794760"/>
            <a:ext cx="128016" cy="128016"/>
          </a:xfrm>
          <a:prstGeom prst="ellipse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895344" y="36576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image/reference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36208" y="141732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36208" y="141732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6208" y="1737360"/>
            <a:ext cx="2560320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36208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464808" y="228600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39128" y="21488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attendance_id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64808" y="2788920"/>
            <a:ext cx="128016" cy="128016"/>
          </a:xfrm>
          <a:prstGeom prst="ellipse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39128" y="26517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464808" y="3291840"/>
            <a:ext cx="128016" cy="128016"/>
          </a:xfrm>
          <a:prstGeom prst="ellipse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739128" y="31546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464808" y="3794760"/>
            <a:ext cx="128016" cy="128016"/>
          </a:xfrm>
          <a:prstGeom prst="ellipse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739128" y="36576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464808" y="4297680"/>
            <a:ext cx="128016" cy="128016"/>
          </a:xfrm>
          <a:prstGeom prst="ellipse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739128" y="41605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079992" y="141732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079992" y="141732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13305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79992" y="1737360"/>
            <a:ext cx="2560320" cy="228600"/>
          </a:xfrm>
          <a:prstGeom prst="rect">
            <a:avLst/>
          </a:prstGeom>
          <a:solidFill>
            <a:srgbClr val="13305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079992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9308592" y="228600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582912" y="21488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admin_id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9308592" y="2788920"/>
            <a:ext cx="128016" cy="128016"/>
          </a:xfrm>
          <a:prstGeom prst="ellipse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582912" y="26517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9308592" y="3291840"/>
            <a:ext cx="128016" cy="128016"/>
          </a:xfrm>
          <a:prstGeom prst="ellipse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582912" y="31546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login/authentication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E7F7F5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440680"/>
            <a:ext cx="310896" cy="310896"/>
          </a:xfrm>
          <a:prstGeom prst="rect">
            <a:avLst/>
          </a:prstGeom>
        </p:spPr>
      </p:pic>
      <p:sp>
        <p:nvSpPr>
          <p:cNvPr id="60" name="Text 57"/>
          <p:cNvSpPr txBox="1"/>
          <p:nvPr/>
        </p:nvSpPr>
        <p:spPr>
          <a:xfrm>
            <a:off x="1417320" y="512064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relationship: </a:t>
            </a:r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registered student can have facial data and multiple attendance records.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logical structure for Review 1; final fields can be refined during implementation.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474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412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listed in the current Review 1 material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&amp; DB  •  REVIEW - 1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627632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78308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54480" y="16276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3317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HTML, CSS, JavaScript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76148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attendance interface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34256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8576" y="1627632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1783080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340096" y="16276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608576" y="23317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+ Flask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4608576" y="276148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logic, requests and component communication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119872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94192" y="1627632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783080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125712" y="16276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VISION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394192" y="23317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 + Face Recognition</a:t>
            </a:r>
            <a:endParaRPr lang="en-US" sz="1900" dirty="0"/>
          </a:p>
        </p:txBody>
      </p:sp>
      <p:sp>
        <p:nvSpPr>
          <p:cNvPr id="25" name="Text 20"/>
          <p:cNvSpPr txBox="1"/>
          <p:nvPr/>
        </p:nvSpPr>
        <p:spPr>
          <a:xfrm>
            <a:off x="8394192" y="276148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face detection, recognition and identification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22960" y="4005072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160520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554480" y="40050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4709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900" dirty="0"/>
          </a:p>
        </p:txBody>
      </p:sp>
      <p:sp>
        <p:nvSpPr>
          <p:cNvPr id="31" name="Text 25"/>
          <p:cNvSpPr txBox="1"/>
          <p:nvPr/>
        </p:nvSpPr>
        <p:spPr>
          <a:xfrm>
            <a:off x="822960" y="51389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profiles, face identifiers and attendance records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4334256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608576" y="4005072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4160520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340096" y="40050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4608576" y="4709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PyMongo</a:t>
            </a:r>
            <a:endParaRPr lang="en-US" sz="1900" dirty="0"/>
          </a:p>
        </p:txBody>
      </p:sp>
      <p:sp>
        <p:nvSpPr>
          <p:cNvPr id="37" name="Text 30"/>
          <p:cNvSpPr txBox="1"/>
          <p:nvPr/>
        </p:nvSpPr>
        <p:spPr>
          <a:xfrm>
            <a:off x="4608576" y="51389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Flask backend with MongoDB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8119872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394192" y="4005072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160520"/>
            <a:ext cx="256032" cy="256032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125712" y="40050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8394192" y="4709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Webcam / CCTV</a:t>
            </a:r>
            <a:endParaRPr lang="en-US" sz="1900" dirty="0"/>
          </a:p>
        </p:txBody>
      </p:sp>
      <p:sp>
        <p:nvSpPr>
          <p:cNvPr id="43" name="Text 35"/>
          <p:cNvSpPr txBox="1"/>
          <p:nvPr/>
        </p:nvSpPr>
        <p:spPr>
          <a:xfrm>
            <a:off x="8394192" y="51389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faces in real time</a:t>
            </a:r>
            <a:endParaRPr lang="en-US" sz="1300" dirty="0"/>
          </a:p>
        </p:txBody>
      </p:sp>
      <p:sp>
        <p:nvSpPr>
          <p:cNvPr id="44" name="Text 36"/>
          <p:cNvSpPr txBox="1"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tool: Visual Studio Code — coding, testing and project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474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1 Implementation &amp; Testing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412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 demonstrate during the review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&amp; DB  •  REVIEW - 1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37160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PROGRESS / TARGETS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PLAN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2167128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249424"/>
            <a:ext cx="128016" cy="12801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325880" y="210312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database structure and collections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68680" y="2715768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798064"/>
            <a:ext cx="128016" cy="12801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25880" y="265176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application layer with database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868680" y="3264408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346704"/>
            <a:ext cx="128016" cy="12801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25880" y="320040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student registration flow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868680" y="3813048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895344"/>
            <a:ext cx="128016" cy="12801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25880" y="374904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face detection and recognition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868680" y="4361688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443984"/>
            <a:ext cx="128016" cy="1280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25880" y="429768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automatic attendance marking</a:t>
            </a:r>
            <a:endParaRPr lang="en-US" sz="1450" dirty="0"/>
          </a:p>
        </p:txBody>
      </p:sp>
      <p:sp>
        <p:nvSpPr>
          <p:cNvPr id="27" name="Shape 20"/>
          <p:cNvSpPr/>
          <p:nvPr/>
        </p:nvSpPr>
        <p:spPr>
          <a:xfrm>
            <a:off x="868680" y="4910328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992624"/>
            <a:ext cx="128016" cy="12801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325880" y="484632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admin monitoring interface</a:t>
            </a:r>
            <a:endParaRPr lang="en-US" sz="1450" dirty="0"/>
          </a:p>
        </p:txBody>
      </p:sp>
      <p:sp>
        <p:nvSpPr>
          <p:cNvPr id="30" name="Shape 22"/>
          <p:cNvSpPr/>
          <p:nvPr/>
        </p:nvSpPr>
        <p:spPr>
          <a:xfrm>
            <a:off x="868680" y="5458968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5541264"/>
            <a:ext cx="128016" cy="128016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325880" y="539496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report / analytics views</a:t>
            </a:r>
            <a:endParaRPr lang="en-US" sz="1450" dirty="0"/>
          </a:p>
        </p:txBody>
      </p:sp>
      <p:sp>
        <p:nvSpPr>
          <p:cNvPr id="33" name="Shape 24"/>
          <p:cNvSpPr/>
          <p:nvPr/>
        </p:nvSpPr>
        <p:spPr>
          <a:xfrm>
            <a:off x="6519672" y="2167128"/>
            <a:ext cx="292608" cy="29260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1968" y="2249424"/>
            <a:ext cx="128016" cy="12801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976872" y="210312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valid registered face recognition</a:t>
            </a:r>
            <a:endParaRPr lang="en-US" sz="1450" dirty="0"/>
          </a:p>
        </p:txBody>
      </p:sp>
      <p:sp>
        <p:nvSpPr>
          <p:cNvPr id="36" name="Shape 26"/>
          <p:cNvSpPr/>
          <p:nvPr/>
        </p:nvSpPr>
        <p:spPr>
          <a:xfrm>
            <a:off x="6519672" y="2715768"/>
            <a:ext cx="292608" cy="29260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1968" y="2798064"/>
            <a:ext cx="128016" cy="12801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6976872" y="265176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unknown / unregistered face handling</a:t>
            </a:r>
            <a:endParaRPr lang="en-US" sz="1450" dirty="0"/>
          </a:p>
        </p:txBody>
      </p:sp>
      <p:sp>
        <p:nvSpPr>
          <p:cNvPr id="39" name="Shape 28"/>
          <p:cNvSpPr/>
          <p:nvPr/>
        </p:nvSpPr>
        <p:spPr>
          <a:xfrm>
            <a:off x="6519672" y="3264408"/>
            <a:ext cx="292608" cy="29260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1968" y="3346704"/>
            <a:ext cx="128016" cy="128016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6976872" y="320040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correct student is linked to attendance</a:t>
            </a:r>
            <a:endParaRPr lang="en-US" sz="1450" dirty="0"/>
          </a:p>
        </p:txBody>
      </p:sp>
      <p:sp>
        <p:nvSpPr>
          <p:cNvPr id="42" name="Shape 30"/>
          <p:cNvSpPr/>
          <p:nvPr/>
        </p:nvSpPr>
        <p:spPr>
          <a:xfrm>
            <a:off x="6519672" y="3813048"/>
            <a:ext cx="292608" cy="29260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1968" y="3895344"/>
            <a:ext cx="128016" cy="128016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6976872" y="374904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date and time recording</a:t>
            </a:r>
            <a:endParaRPr lang="en-US" sz="1450" dirty="0"/>
          </a:p>
        </p:txBody>
      </p:sp>
      <p:sp>
        <p:nvSpPr>
          <p:cNvPr id="45" name="Shape 32"/>
          <p:cNvSpPr/>
          <p:nvPr/>
        </p:nvSpPr>
        <p:spPr>
          <a:xfrm>
            <a:off x="6519672" y="4361688"/>
            <a:ext cx="292608" cy="29260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01968" y="4443984"/>
            <a:ext cx="128016" cy="128016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6976872" y="429768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duplicate attendance handling</a:t>
            </a:r>
            <a:endParaRPr lang="en-US" sz="1450" dirty="0"/>
          </a:p>
        </p:txBody>
      </p:sp>
      <p:sp>
        <p:nvSpPr>
          <p:cNvPr id="48" name="Shape 34"/>
          <p:cNvSpPr/>
          <p:nvPr/>
        </p:nvSpPr>
        <p:spPr>
          <a:xfrm>
            <a:off x="6519672" y="4910328"/>
            <a:ext cx="292608" cy="29260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1968" y="4992624"/>
            <a:ext cx="128016" cy="128016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6976872" y="484632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database records after attendance</a:t>
            </a:r>
            <a:endParaRPr lang="en-US" sz="1450" dirty="0"/>
          </a:p>
        </p:txBody>
      </p:sp>
      <p:sp>
        <p:nvSpPr>
          <p:cNvPr id="51" name="Shape 36"/>
          <p:cNvSpPr/>
          <p:nvPr/>
        </p:nvSpPr>
        <p:spPr>
          <a:xfrm>
            <a:off x="6519672" y="5458968"/>
            <a:ext cx="292608" cy="29260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1968" y="5541264"/>
            <a:ext cx="128016" cy="128016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6976872" y="539496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admin viewing and report generation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474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Future Enhancements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&amp; DB  •  REVIEW - 1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0" y="640080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5440680" cy="4846320"/>
          </a:xfrm>
          <a:prstGeom prst="roundRect">
            <a:avLst>
              <a:gd name="adj" fmla="val 226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874520"/>
            <a:ext cx="4800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attendance system that identifies registered students, records attendance digitally, maintains database records, and gives administrators monitoring and reporting features.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84048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13305A"/>
          </a:solidFill>
          <a:ln w="9525">
            <a:solidFill>
              <a:srgbClr val="2A4C7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8404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effort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384048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13305A"/>
          </a:solidFill>
          <a:ln w="9525">
            <a:solidFill>
              <a:srgbClr val="2A4C7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9000" y="38404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attendance process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52628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13305A"/>
          </a:solidFill>
          <a:ln w="9525">
            <a:solidFill>
              <a:srgbClr val="2A4C7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5262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record management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37560" y="452628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13305A"/>
          </a:solidFill>
          <a:ln w="9525">
            <a:solidFill>
              <a:srgbClr val="2A4C7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45262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attendance errors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521208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13305A"/>
          </a:solidFill>
          <a:ln w="9525">
            <a:solidFill>
              <a:srgbClr val="2A4C7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52120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monitoring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99632" y="1280160"/>
            <a:ext cx="544068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519672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19672" y="2066544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56" y="2167128"/>
            <a:ext cx="128016" cy="12801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040880" y="2011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recognition under different lighting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519672" y="2706624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807208"/>
            <a:ext cx="128016" cy="128016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040880" y="2651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richer analytics and visual reports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6519672" y="3346704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3447288"/>
            <a:ext cx="128016" cy="12801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7040880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attendance export options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6519672" y="3986784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4087368"/>
            <a:ext cx="128016" cy="128016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040880" y="3931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access control and data protection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519672" y="4626864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4727448"/>
            <a:ext cx="128016" cy="128016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040880" y="4572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larger student datasets</a:t>
            </a:r>
            <a:endParaRPr lang="en-US" sz="1500" dirty="0"/>
          </a:p>
        </p:txBody>
      </p:sp>
      <p:sp>
        <p:nvSpPr>
          <p:cNvPr id="38" name="Shape 31"/>
          <p:cNvSpPr/>
          <p:nvPr/>
        </p:nvSpPr>
        <p:spPr>
          <a:xfrm>
            <a:off x="6519672" y="5266944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5367528"/>
            <a:ext cx="128016" cy="128016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7040880" y="5212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usability of the admin dashboard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6400800" cy="6400800"/>
          </a:xfrm>
          <a:prstGeom prst="ellipse">
            <a:avLst/>
          </a:prstGeom>
          <a:solidFill>
            <a:srgbClr val="13305A">
              <a:alpha val="55000"/>
            </a:srgbClr>
          </a:solidFill>
          <a:ln w="12700">
            <a:solidFill>
              <a:srgbClr val="1330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0" y="1097280"/>
            <a:ext cx="548640" cy="0"/>
          </a:xfrm>
          <a:prstGeom prst="line">
            <a:avLst/>
          </a:prstGeom>
          <a:noFill/>
          <a:ln w="4445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1097280"/>
            <a:ext cx="0" cy="548640"/>
          </a:xfrm>
          <a:prstGeom prst="line">
            <a:avLst/>
          </a:prstGeom>
          <a:noFill/>
          <a:ln w="4445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1097280"/>
            <a:ext cx="548640" cy="0"/>
          </a:xfrm>
          <a:prstGeom prst="line">
            <a:avLst/>
          </a:prstGeom>
          <a:noFill/>
          <a:ln w="4445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1097280"/>
            <a:ext cx="0" cy="548640"/>
          </a:xfrm>
          <a:prstGeom prst="line">
            <a:avLst/>
          </a:prstGeom>
          <a:noFill/>
          <a:ln w="4445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4114800"/>
            <a:ext cx="548640" cy="0"/>
          </a:xfrm>
          <a:prstGeom prst="line">
            <a:avLst/>
          </a:prstGeom>
          <a:noFill/>
          <a:ln w="4445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3566160"/>
            <a:ext cx="0" cy="548640"/>
          </a:xfrm>
          <a:prstGeom prst="line">
            <a:avLst/>
          </a:prstGeom>
          <a:noFill/>
          <a:ln w="4445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4114800"/>
            <a:ext cx="548640" cy="0"/>
          </a:xfrm>
          <a:prstGeom prst="line">
            <a:avLst/>
          </a:prstGeom>
          <a:noFill/>
          <a:ln w="44450">
            <a:solidFill>
              <a:srgbClr val="14B8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3566160"/>
            <a:ext cx="0" cy="548640"/>
          </a:xfrm>
          <a:prstGeom prst="line">
            <a:avLst/>
          </a:prstGeom>
          <a:noFill/>
          <a:ln w="4445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14173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834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57200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Attendance System Using Facial Recognition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98348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SATWIKA  •  HARSHITHA  •  KRISHNASREE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5349240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KHAJA SHAREEF   |   Section 12, DBS &amp; DB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589788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5943600"/>
            <a:ext cx="210312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Attendance System Using Facial Recognition</dc:title>
  <dc:subject>PptxGenJS Presentation</dc:subject>
  <dc:creator>PptxGenJS</dc:creator>
  <cp:lastModifiedBy>PptxGenJS</cp:lastModifiedBy>
  <cp:revision>1</cp:revision>
  <dcterms:created xsi:type="dcterms:W3CDTF">2026-10-01T17:32:47Z</dcterms:created>
  <dcterms:modified xsi:type="dcterms:W3CDTF">2026-10-01T17:32:47Z</dcterms:modified>
</cp:coreProperties>
</file>